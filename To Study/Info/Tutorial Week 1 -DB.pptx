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48" r:id="rId3"/>
    <p:sldId id="349" r:id="rId4"/>
    <p:sldId id="350" r:id="rId5"/>
    <p:sldId id="35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C32F6-C6CC-48DE-933A-F726DEFE526F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4E76E-B56D-43F4-A584-D47E20EB78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646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 Enrollment table is a foreign key linking 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 Student table.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 Enrollment table is a foreign key linking 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 Module table.</a:t>
            </a:r>
          </a:p>
          <a:p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 Enrollment table, both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together form a composite primary key.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the combination of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must be unique in each row.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prevents a student from enrolling in the same module more than once.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column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also a foreign key referencing the primary key in the Student and Module tables, respectively.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2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1694-FEBF-DAFE-3A7F-519BD34C8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701E-D7B3-8C9A-EB23-CAB86B470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4B43-0B51-04C6-B626-C135746C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3638-344C-E9B1-C2A5-6AD6F3DB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F08D1-6F6E-9A18-B28E-21292FAE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307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8A8B-D9B3-22EE-0692-55510AD6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E061D-29E2-E4D0-4EB9-6B4169A87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DE96F-2798-BF1E-4408-58CFAB61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80ECE-9CAD-36BE-8ED9-E8FE228B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71BC-A966-60C2-4534-E86CA15B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036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107A-E4C1-4D3E-F1B7-A5DC14F9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A54B-B408-8080-AA0F-59FE2DC15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DB6BC-30A0-0CFC-2A66-6F834170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8C634-B288-8FDB-5EA4-5BD2C68E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CF9CF-4BB6-72A9-CBEC-DA043C46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3377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99F1-638A-21AC-0DFB-7873E0C7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A789-12B5-90F9-CB6D-E07451AA3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03D0C-DFD6-DD48-24B6-505C79B7E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8BFF6-0E41-1795-110D-6438855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D58C5-441F-4BA1-4317-8E1FAB40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31073-BB0C-C232-3052-82C4B1BB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8032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538C-AB09-1A0A-DC1B-D5B68F68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5B829-DAFC-F09C-744B-3A3FE783E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7D6E0-B9A1-6CA6-8CB6-134B8E714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AD651-EBB1-FC90-A762-58AD0F8F4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C4962-2C58-CC19-553F-290B922E5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80A01-1CC3-8723-718B-D598140F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5CCFB-C290-5A77-A662-AC169B53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B625F-899B-0273-A6B3-BF9039DD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4887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0C8F-009F-706A-C43F-DCB3D8937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D1081-F3CE-1824-2689-520912BC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17AB5-2F86-CDCA-8F82-F9742A4D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616AB-C218-01B0-FF9D-F53E36F3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046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D8693-944E-6BDF-1F86-86AD1B7B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16DD4-CB19-DE2A-B9C2-86FB4400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10511-C099-16DA-576C-891C1E46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32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6B52-BB2D-5FAF-5D20-D382964C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BD78C-AD88-0B8B-5493-29CF4D037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E9876-9214-5CA0-68CA-DFF43EE0B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F3149-789D-77F6-DF5E-DC8DFF7D2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A496-D2D1-F312-C848-548665C5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524A-625E-80AA-F00C-0A7E340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418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5D27-9E5B-88F0-9189-6BB3BE5F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89111B-ABC4-04CD-1362-CCC92738C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C4BC1-4810-926A-C881-59866BAC9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CCC81-67E7-F28C-8932-45405AB3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5FC39-75DD-ED80-3B2B-5B26A790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1F22D-ADF3-1940-6CA8-2BF11B4E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689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1733-9DFD-E446-F064-B3F75801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664F9-FD60-1F97-ED67-FD13A69E7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E2F48-4BA0-187F-F287-FFE4C023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198D7-FC0F-3FB1-5587-E1982F5A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F94F-7EFC-C0EE-D159-EB059BD0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0572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BC394-5528-1F3D-9F18-670D42FC1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FF10-1DC0-7FD8-58BE-A1B0276DD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094BB-B718-6696-A8F8-18732576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6FE87-D0D4-700F-A53E-D09BCC80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51B04-89ED-26D5-04EE-185CD5B2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4397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E7607-FC9E-1382-D379-2F6F9BD9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9B277-8101-7093-534B-975DC706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2F982-86C7-63BA-E594-7FECA291C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89100-87FD-41E4-BD33-7B2C23DABB08}" type="datetimeFigureOut">
              <a:rPr lang="en-AE" smtClean="0"/>
              <a:t>01/10/2025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75C54-B926-8D4C-4EF5-7F8A99B36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71A4E-FADC-35E7-446C-8B59B156E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FA402-2DF2-4D93-B01D-A33DBD478A7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9513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7D36-600E-3D0D-F710-FA55DA9B2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53512-C31D-0B64-2F83-CD725F7FCD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645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EAF5-E15A-3422-EFCB-D86A7019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70B9A-738E-8590-0909-1AC8B43E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93" y="1495089"/>
            <a:ext cx="6325111" cy="1943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052F1-ED49-DD4C-2E40-F222CE37E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81" y="3035291"/>
            <a:ext cx="6223216" cy="1462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018CD-E222-4B90-2260-EDFC73D1B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515" y="4291486"/>
            <a:ext cx="5042629" cy="175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1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F89-5B1E-F919-E446-B0F0DB51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&amp; Practical Examples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6298-7459-F5CA-988D-92BF74707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Common Data Types: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String: For names, descriptions, codes </a:t>
            </a:r>
            <a:r>
              <a:rPr lang="en-US" b="0" i="1" dirty="0"/>
              <a:t>(e.g., VARCHAR(50), CHAR(10))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Integer: For whole numbers </a:t>
            </a:r>
            <a:r>
              <a:rPr lang="en-US" b="0" i="1" dirty="0"/>
              <a:t>(e.g., INT, SMALLINT)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Float/Decimal: For fractions </a:t>
            </a:r>
            <a:r>
              <a:rPr lang="en-US" b="0" i="1" dirty="0"/>
              <a:t>(e.g., DECIMAL(8,2), FLOAT)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Boolean: For true/false </a:t>
            </a:r>
            <a:r>
              <a:rPr lang="en-US" b="0" i="1" dirty="0"/>
              <a:t>(e.g., BOOLEAN)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Date/Time: For dates/time/timestamps </a:t>
            </a:r>
            <a:r>
              <a:rPr lang="en-US" b="0" i="1" dirty="0"/>
              <a:t>(e.g., DATE, TIMESTAMP)</a:t>
            </a:r>
            <a:endParaRPr lang="en-US" b="0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6656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04BA-4BA5-B920-B24A-442A271A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Key Constraints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EC01-43E9-055B-F375-9C5519AC6C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Types of Constraints: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NOT NULL: Must have a value (cannot be empty)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UNIQUE: Must be different for every row (e.g., username)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PRIMARY KEY: Uniquely identifies each row (often an ID)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FOREIGN KEY: References the primary key in another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Domain Constraint: Only certain values allowed (e.g., Gender is 'M' or 'F')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274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F44C-52A8-0B4D-8102-544BC92B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66D96-A1E3-9527-5068-3AAE7889F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7" y="1841665"/>
            <a:ext cx="7297168" cy="2362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063004-B3FA-2DB3-D990-C1699A48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174" y="4204195"/>
            <a:ext cx="7182852" cy="202910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854258-D8BC-0EBF-D4D3-505FECEFEF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841285" y="0"/>
            <a:ext cx="722095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7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Widescreen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Tutorial </vt:lpstr>
      <vt:lpstr>Data Types &amp; Practical Examples</vt:lpstr>
      <vt:lpstr> Key Constraints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 Zarrad (Computer Science)</dc:creator>
  <cp:lastModifiedBy>Anis Zarrad (Computer Science)</cp:lastModifiedBy>
  <cp:revision>1</cp:revision>
  <dcterms:created xsi:type="dcterms:W3CDTF">2025-10-01T07:00:35Z</dcterms:created>
  <dcterms:modified xsi:type="dcterms:W3CDTF">2025-10-01T07:01:19Z</dcterms:modified>
</cp:coreProperties>
</file>